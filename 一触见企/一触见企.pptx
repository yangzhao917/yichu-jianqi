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4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5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0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1.首页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2.问题洞察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3.解决方案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4.产品与服务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5.市场分析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6.竞争分析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7.商业模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8.增长闭环与版本路线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文字</Application>
  <PresentationFormat>宽屏</PresentationFormat>
  <Paragraphs>0</Paragraphs>
  <Slides>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宋体</vt:lpstr>
      <vt:lpstr>Wingdings</vt:lpstr>
      <vt:lpstr>Wingdings</vt:lpstr>
      <vt:lpstr>苹方-简</vt:lpstr>
      <vt:lpstr>微软雅黑</vt:lpstr>
      <vt:lpstr>方正雅意黑 GB18030L2</vt:lpstr>
      <vt:lpstr>宋体</vt:lpstr>
      <vt:lpstr>Arial Unicode MS</vt:lpstr>
      <vt:lpstr>汉仪书宋二KW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澄澈少年</cp:lastModifiedBy>
  <cp:revision>164</cp:revision>
  <dcterms:created xsi:type="dcterms:W3CDTF">2026-10-03T20:33:53Z</dcterms:created>
  <dcterms:modified xsi:type="dcterms:W3CDTF">2026-10-03T20:33:53Z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2052-12.1.26046.26046</vt:lpwstr>
  </property>
  <property fmtid="{D5CDD505-2E9C-101B-9397-08002B2CF9AE}" pid="3" name="ICV">
    <vt:lpwstr>85CB2E451773C97B3C66C16ABB6A44AF_41</vt:lpwstr>
  </property>
</Properties>
</file>